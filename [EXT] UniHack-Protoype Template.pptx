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Brief About the Solution: SpecSense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000"/>
              </a:spcAft>
              <a:defRPr sz="1400" b="0">
                <a:latin typeface="Arial"/>
              </a:defRPr>
            </a:pPr>
            <a:r>
              <a:t>SpecSense is an AI-powered product intelligence platform designed to automate the manual, error-prone enrichment of industrial commerce catalogs. It turns minimal, cryptic inputs—such as a Part Number, Brand name, and short description—into rich, structured, and commerce-ready product data sheets in seconds.</a:t>
            </a:r>
          </a:p>
          <a:p>
            <a:pPr>
              <a:defRPr sz="1400" b="0">
                <a:latin typeface="Arial"/>
              </a:defRPr>
            </a:pPr>
            <a:r>
              <a:t>The platform features a RAG-first architecture that checks local product reference databases before falling back to live web search on authentic manufacturer websites. Using advanced LLM agents with multi-source consensus scoring and clickable direct citations, SpecSense delivers verified, hallucination-free specifications, ensuring absolute data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SzPts val="990"/>
              <a:buNone/>
              <a:defRPr sz="1600" b="1">
                <a:solidFill>
                  <a:srgbClr val="1E293B"/>
                </a:solidFill>
                <a:latin typeface="Arial"/>
              </a:defRPr>
            </a:pPr>
            <a:r>
              <a:t>1. Transforming Minimal Inputs into Rich Product Data</a:t>
            </a:r>
            <a:endParaRPr sz="1200"/>
          </a:p>
          <a:p>
            <a:pPr>
              <a:spcAft>
                <a:spcPts val="1200"/>
              </a:spcAft>
              <a:defRPr sz="1300" b="0">
                <a:latin typeface="Arial"/>
              </a:defRPr>
            </a:pPr>
            <a:r>
              <a:t>Crawls manufacturer web pages and technical sheets using SerpAPI. Uses Gemini/Groq LLMs to extract rich dimensions, classifications, and technical attributes from crawled HTML and PDF manuals.</a:t>
            </a:r>
          </a:p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2. Ensuring Trust &amp; Accuracy</a:t>
            </a:r>
          </a:p>
          <a:p>
            <a:pPr>
              <a:spcAft>
                <a:spcPts val="1200"/>
              </a:spcAft>
              <a:defRPr sz="1300" b="0">
                <a:latin typeface="Arial"/>
              </a:defRPr>
            </a:pPr>
            <a:r>
              <a:t>Validates data using Multi-Source Consensus verification. Values are only marked high-confidence if two or more sources agree. Hallucinations are prevented by linking a clickable source URL to every attribute.</a:t>
            </a:r>
          </a:p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3. Enterprise-Scale Scalability</a:t>
            </a:r>
          </a:p>
          <a:p>
            <a:pPr>
              <a:defRPr sz="1300" b="0">
                <a:latin typeface="Arial"/>
              </a:defRPr>
            </a:pPr>
            <a:r>
              <a:t>Built with asynchronous, concurrent batch processing APIs (/api/batch) for catalog-scale migrations. Utilizes schema-agnostic extraction (up to 50 arbitrary parameters per SKU) to seamlessly support new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Opportunities &amp; Market Differentiation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Arial"/>
              </a:rPr>
              <a:t>• Differentiation: </a:t>
            </a:r>
            <a:r>
              <a:rPr b="0" sz="1300">
                <a:latin typeface="Arial"/>
              </a:rPr>
              <a:t>Conventional tools rely on static, outdated databases or hallucinating LLMs. SpecSense leverages dynamic, live manufacturer-only queries and consensus scoring across multiple independent sites.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Arial"/>
              </a:rPr>
              <a:t>• Problem Solving: </a:t>
            </a:r>
            <a:r>
              <a:rPr b="0" sz="1300">
                <a:latin typeface="Arial"/>
              </a:rPr>
              <a:t>Reduces manual data entry bottlenecks from weeks of catalog work down to seconds of automated processing, directly scaling SKU creation for industrial e-commerce sites.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Arial"/>
              </a:rPr>
              <a:t>• Unique Selling Proposition (USP): </a:t>
            </a:r>
            <a:r>
              <a:rPr b="0" sz="1300">
                <a:latin typeface="Arial"/>
              </a:rPr>
              <a:t>Consensus-driven, zero-hallucination product intelligence with click-to-source URL explainability for absolute data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Features Offered by SpecSense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Hybrid Discovery: </a:t>
            </a:r>
            <a:r>
              <a:rPr b="0" sz="1200">
                <a:latin typeface="Arial"/>
              </a:rPr>
              <a:t>Queries internal database (RAG store) first; automatically falls back to live web search.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Sourcing Filter: </a:t>
            </a:r>
            <a:r>
              <a:rPr b="0" sz="1200">
                <a:latin typeface="Arial"/>
              </a:rPr>
              <a:t>Exclusion blocklist filters out marketplaces (Amazon, eBay) and distributors (DigiKey, Grainger).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Multi-Source Consensus: </a:t>
            </a:r>
            <a:r>
              <a:rPr b="0" sz="1200">
                <a:latin typeface="Arial"/>
              </a:rPr>
              <a:t>Cross-validates attributes across pages and scores confidence by consensus agreement.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Click-to-Source Citations: </a:t>
            </a:r>
            <a:r>
              <a:rPr b="0" sz="1200">
                <a:latin typeface="Arial"/>
              </a:rPr>
              <a:t>Clicking any attribute opens the original page URL where the specifications were found.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Human-in-the-Loop Review Queue: </a:t>
            </a:r>
            <a:r>
              <a:rPr b="0" sz="1200">
                <a:latin typeface="Arial"/>
              </a:rPr>
              <a:t>Intuitive split-screen dashboard for editors to correct and approve flagged records.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Catalog Batch Mode: </a:t>
            </a:r>
            <a:r>
              <a:rPr b="0" sz="1200">
                <a:latin typeface="Arial"/>
              </a:rPr>
              <a:t>Supports high-throughput CSV uploads and structured exports for catalog migrations.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SpecSense Pipeline Process Flow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1. Input ➔ </a:t>
            </a:r>
            <a:r>
              <a:rPr b="0" sz="1200">
                <a:latin typeface="Arial"/>
              </a:rPr>
              <a:t>Part number, brand name, and short description are submitted to the API.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2. Local Search ➔ </a:t>
            </a:r>
            <a:r>
              <a:rPr b="0" sz="1200">
                <a:latin typeface="Arial"/>
              </a:rPr>
              <a:t>Queries RAG store (reference manuals/provided datasets) to find specs locally.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3. Live Search Fallback ➔ </a:t>
            </a:r>
            <a:r>
              <a:rPr b="0" sz="1200">
                <a:latin typeface="Arial"/>
              </a:rPr>
              <a:t>Calls SerpAPI, filtering out distributors and marketplaces from search results.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4. Data Extraction ➔ </a:t>
            </a:r>
            <a:r>
              <a:rPr b="0" sz="1200">
                <a:latin typeface="Arial"/>
              </a:rPr>
              <a:t>Crawls manufacturer URLs, parses HTML and pulls text from PDF datasheets.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5. Consensus Scoring ➔ </a:t>
            </a:r>
            <a:r>
              <a:rPr b="0" sz="1200">
                <a:latin typeface="Arial"/>
              </a:rPr>
              <a:t>LLM extracts parameters per source and scores confidence based on source agreement.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6. Routing &amp; Cataloging ➔ </a:t>
            </a:r>
            <a:r>
              <a:rPr b="0" sz="1200">
                <a:latin typeface="Arial"/>
              </a:rPr>
              <a:t>High-confidence items save to production; conflicts route to the Human Review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UI Design &amp; Interface Layout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Search Panel (Left): </a:t>
            </a:r>
            <a:r>
              <a:rPr b="0" sz="1200">
                <a:latin typeface="Arial"/>
              </a:rPr>
              <a:t>Input form for Part Number, Brand, and Short Description, with preloaded interactive chips for bearing and PLC lookup examples.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Pipeline Progress (Center): </a:t>
            </a:r>
            <a:r>
              <a:rPr b="0" sz="1200">
                <a:latin typeface="Arial"/>
              </a:rPr>
              <a:t>Visual status indicators mapping the live pipeline stages (Discover ➔ Extract ➔ Structure ➔ Validate).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Spec Sheet Table (Right): </a:t>
            </a:r>
            <a:r>
              <a:rPr b="0" sz="1200">
                <a:latin typeface="Arial"/>
              </a:rPr>
              <a:t>Clean attribute grid displaying classifications and specs alongside green/orange confidence badges and click-to-verify source links.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Admin Review Queue: </a:t>
            </a:r>
            <a:r>
              <a:rPr b="0" sz="1200">
                <a:latin typeface="Arial"/>
              </a:rPr>
              <a:t>Split-screen dashboard displaying flagged records, database logs, and an editable layout for quick manual corrections.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System Architecture Overview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Frontend Layer: </a:t>
            </a:r>
            <a:r>
              <a:rPr b="0" sz="1200">
                <a:latin typeface="Arial"/>
              </a:rPr>
              <a:t>Single-Page Web Application built with HTML5, Vanilla CSS3 (Sleek Dark Mode, glassmorphism UI, interactive grids), and Vanilla JavaScript (ES6).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Backend API Controller: </a:t>
            </a:r>
            <a:r>
              <a:rPr b="0" sz="1200">
                <a:latin typeface="Arial"/>
              </a:rPr>
              <a:t>Asynchronous FastAPI server (Python 3.11) handling background processing and model orchestration.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Sourcing &amp; Crawler Module: </a:t>
            </a:r>
            <a:r>
              <a:rPr b="0" sz="1200">
                <a:latin typeface="Arial"/>
              </a:rPr>
              <a:t>Scrapes HTML and text from PDF documents via BeautifulSoup4, HTTPX, and SerpAPI.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Validation &amp; Processing Module: </a:t>
            </a:r>
            <a:r>
              <a:rPr b="0" sz="1200">
                <a:latin typeface="Arial"/>
              </a:rPr>
              <a:t>Controlled vocabulary engine standardizing brands/categories/units (UOM) and evaluating confidence scores.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LLM Orchestrator Engine: </a:t>
            </a:r>
            <a:r>
              <a:rPr b="0" sz="1200">
                <a:latin typeface="Arial"/>
              </a:rPr>
              <a:t>Primary extraction with Google Gemini 2.5 Flash, switching automatically to Groq Cloud (Qwen 3.6 27B / GPT-OSS 120B) as fail-safe backups.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Database/Storage Layer: </a:t>
            </a:r>
            <a:r>
              <a:rPr b="0" sz="1200">
                <a:latin typeface="Arial"/>
              </a:rPr>
              <a:t>Local response cache, loaded controlled vocabulary reference tables, and in-memory review queue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Core Backend Framework: </a:t>
            </a:r>
            <a:r>
              <a:rPr b="0" sz="1200">
                <a:latin typeface="Arial"/>
              </a:rPr>
              <a:t>FastAPI, Uvicorn, Python 3.11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Frontend UI Client: </a:t>
            </a:r>
            <a:r>
              <a:rPr b="0" sz="1200">
                <a:latin typeface="Arial"/>
              </a:rPr>
              <a:t>Vanilla HTML5, Vanilla CSS3 (Custom Responsive Grid), JavaScript (ES6)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Large Language Models: </a:t>
            </a:r>
            <a:r>
              <a:rPr b="0" sz="1200">
                <a:latin typeface="Arial"/>
              </a:rPr>
              <a:t>Google Gemini 2.5 Flash, Groq Cloud (Qwen 3.6 27B / GPT-OSS 120B)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Search &amp; Web Scraping: </a:t>
            </a:r>
            <a:r>
              <a:rPr b="0" sz="1200">
                <a:latin typeface="Arial"/>
              </a:rPr>
              <a:t>SerpAPI (Manufacturer fallbacks), BeautifulSoup4, HTTPX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RAG Store &amp; Search: </a:t>
            </a:r>
            <a:r>
              <a:rPr b="0" sz="1200">
                <a:latin typeface="Arial"/>
              </a:rPr>
              <a:t>TF-IDF Local Keyword Matching Engine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Reference Data standardizing: </a:t>
            </a:r>
            <a:r>
              <a:rPr b="0" sz="1200">
                <a:latin typeface="Arial"/>
              </a:rPr>
              <a:t>Controlled Vocabulary csv parsing (Brands, UOMs, Fittings)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Deployment &amp; Hosting: </a:t>
            </a:r>
            <a:r>
              <a:rPr b="0" sz="1200">
                <a:latin typeface="Arial"/>
              </a:rPr>
              <a:t>Render.com Web Services (Auto-deploy via Git commits)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Estimated Implementation Cost (Free Tier Showcase)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Server Hosting: </a:t>
            </a:r>
            <a:r>
              <a:rPr b="0" sz="1200">
                <a:latin typeface="Arial"/>
              </a:rPr>
              <a:t>Hosted on Render.com's Free Web Service tier (Zero initial cost).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Search API (SerpAPI): </a:t>
            </a:r>
            <a:r>
              <a:rPr b="0" sz="1200">
                <a:latin typeface="Arial"/>
              </a:rPr>
              <a:t>Free tier offers 250 web searches per month. Scaling to production costs $50/month for 5,000 queries.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AI Model API (Gemini): </a:t>
            </a:r>
            <a:r>
              <a:rPr b="0" sz="1200">
                <a:latin typeface="Arial"/>
              </a:rPr>
              <a:t>Gemini 2.5 Flash free tier (15 RPM). Production tokens cost $0.075 / million input tokens and $0.30 / million output tokens.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AI Model API (Groq Fallback): </a:t>
            </a:r>
            <a:r>
              <a:rPr b="0" sz="1200">
                <a:latin typeface="Arial"/>
              </a:rPr>
              <a:t>Groq Developer Free Tier (60 RPM) provides high-performance backup LLM execution at zero cost.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Database &amp; Storage: </a:t>
            </a:r>
            <a:r>
              <a:rPr b="0" sz="1200">
                <a:latin typeface="Arial"/>
              </a:rPr>
              <a:t>Local file caching and in-memory stores require zero additional database hosting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1E293B"/>
                </a:solidFill>
                <a:latin typeface="Arial"/>
              </a:defRPr>
            </a:pPr>
            <a:r>
              <a:t>Future Development &amp; Roadmap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Semantic Vector RAG: </a:t>
            </a:r>
            <a:r>
              <a:rPr b="0" sz="1200">
                <a:latin typeface="Arial"/>
              </a:rPr>
              <a:t>Upgrade local keyword matching from TF-IDF to dense vector search using embedding models (text-embedding-004) and SQLite-VSS/ChromaDB for semantic search capabilities.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Persistent Databases: </a:t>
            </a:r>
            <a:r>
              <a:rPr b="0" sz="1200">
                <a:latin typeface="Arial"/>
              </a:rPr>
              <a:t>Replace the current in-memory dashboard cache and review queue with a SQL database (SQLite/PostgreSQL) to ensure persistent session state and tracking.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Autonomous Vocab Mapping: </a:t>
            </a:r>
            <a:r>
              <a:rPr b="0" sz="1200">
                <a:latin typeface="Arial"/>
              </a:rPr>
              <a:t>Train classification layers to automatically map variant brand strings and obscure units to standardized master catalog guidelines.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