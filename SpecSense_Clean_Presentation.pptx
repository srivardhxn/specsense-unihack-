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Google Sans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f97113ba4d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f97113ba4d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f97113ba4d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f97113ba4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f97113ba4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3f97113ba4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f97113ba4d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f97113ba4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f97113ba4d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f97113ba4d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3f97113ba4d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3f97113ba4d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f97113ba4d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2200" b="1">
                <a:solidFill>
                  <a:srgbClr val="FFFFFF"/>
                </a:solidFill>
                <a:latin typeface="Arial"/>
              </a:defRPr>
            </a:pPr>
            <a:r>
              <a:t>SpecSense — Industrial Catalog Intelligence Engine</a:t>
            </a:r>
            <a:endParaRPr sz="4000" b="1" i="0" u="none" strike="noStrike" cap="non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indent="-32385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34343"/>
              </a:buClr>
              <a:buSzPts val="1500"/>
              <a:buFont typeface="Google Sans"/>
              <a:buChar char="●"/>
              <a:defRPr sz="1300">
                <a:solidFill>
                  <a:srgbClr val="CBD5E1"/>
                </a:solidFill>
                <a:latin typeface="Arial"/>
              </a:defRPr>
            </a:pPr>
            <a:r>
              <a:t>•  Domain Focus: Automated Industrial Catalog Content Enrichment &amp; Controlled Vocabulary Normalization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rPr sz="1250" b="1">
                <a:solidFill>
                  <a:srgbClr val="1E3A8A"/>
                </a:solidFill>
                <a:latin typeface="Arial"/>
              </a:rPr>
              <a:t>•  Problem Statement: </a:t>
            </a:r>
            <a:r>
              <a:rPr sz="1200" b="0">
                <a:solidFill>
                  <a:srgbClr val="334155"/>
                </a:solidFill>
                <a:latin typeface="Arial"/>
              </a:rPr>
              <a:t>Raw distributor feeds are cryptic ("3/8 CPLG BRS 150#"), missing attributes, and use conflicting units.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Our Solution: End-to-end enrichment pipeline that ingests minimal inputs (PN, Brand, Short Desc), discovers authentic manufacturer sources, cross-validates specs via multi-source consensus, standardizes against Standard Enterprise LOV dictionaries, and builds search-ready records.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Compliance Engine: Strict enforcement of Industry Standard Rule Book: Invoice Desc (≤40 CAPS), Mobile Desc (60-80 chars), Decimal-to-Fraction conversions, and Approved Brand/UOM normalization.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rPr sz="1250" b="1">
                <a:solidFill>
                  <a:srgbClr val="1E3A8A"/>
                </a:solidFill>
                <a:latin typeface="Arial"/>
              </a:rPr>
              <a:t>•  Scalability &amp; Trust: </a:t>
            </a:r>
            <a:r>
              <a:rPr sz="1200" b="0">
                <a:solidFill>
                  <a:srgbClr val="334155"/>
                </a:solidFill>
                <a:latin typeface="Arial"/>
              </a:rPr>
              <a:t>Zero-Quota DuckDuckGo/Bing discovery, 100% click-to-source audit citations, human review queue, and 252-column enterprise CSV delivery.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BD5E1"/>
                </a:solidFill>
                <a:latin typeface="Arial"/>
              </a:defRPr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/>
        </p:nvSpPr>
        <p:spPr>
          <a:xfrm>
            <a:off x="548640" y="731520"/>
            <a:ext cx="804672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  <a:defRPr sz="2200" b="1">
                <a:solidFill>
                  <a:srgbClr val="0F172A"/>
                </a:solidFill>
                <a:latin typeface="Arial"/>
              </a:defRPr>
            </a:pPr>
            <a:r>
              <a:t>Team Details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  <a:latin typeface="Arial"/>
              </a:defRPr>
            </a:pPr>
            <a:r>
              <a:t>•  Team Name: SpecSense</a:t>
            </a:r>
          </a:p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  <a:latin typeface="Arial"/>
              </a:defRPr>
            </a:pPr>
            <a:r>
              <a:t>•  Team Members: Srivardhan Kosuru, T Aysha Jannah, Ron Ittyavirah</a:t>
            </a:r>
          </a:p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  <a:latin typeface="Arial"/>
              </a:defRPr>
            </a:pPr>
            <a:r>
              <a:t>•  Domain Focus: Automated Industrial Product Catalog Enrichment &amp; Controlled Vocabulary Normalization</a:t>
            </a:r>
          </a:p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  <a:latin typeface="Arial"/>
              </a:defRPr>
            </a:pPr>
            <a:r>
              <a:t>•  Project Repository: https://github.com/srivardhxn/Specsense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rial"/>
              </a:defRPr>
            </a:pPr>
            <a:r>
              <a:t>SPECSENSE | PRODUCT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Brief about your solution</a:t>
            </a:r>
            <a:endParaRPr sz="18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1000"/>
              </a:spcAft>
              <a:defRPr sz="1300" b="0" i="0">
                <a:solidFill>
                  <a:srgbClr val="334155"/>
                </a:solidFill>
                <a:latin typeface="Arial"/>
              </a:defRPr>
            </a:pPr>
            <a:r>
              <a:t>SpecSense is an AI-powered product intelligence platform designed to automate the manual, error-prone enrichment of industrial commerce catalogs. It turns minimal, cryptic inputs—such as a Part Number, Brand name, and short description—into rich, structured, and commerce-ready product data sheets in seconds.</a:t>
            </a:r>
          </a:p>
          <a:p>
            <a:pPr>
              <a:defRPr sz="1300" b="0" i="0">
                <a:solidFill>
                  <a:srgbClr val="334155"/>
                </a:solidFill>
                <a:latin typeface="Arial"/>
              </a:defRPr>
            </a:pPr>
            <a:r>
              <a:t>The platform features a RAG-first architecture that checks local product reference databases before falling back to live web search on authentic manufacturer websites. Using advanced LLM agents with multi-source consensus scoring and clickable direct citations, SpecSense delivers verified, hallucination-free specifications, ensuring absolute data trust.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172A"/>
                </a:solidFill>
                <a:latin typeface="Arial"/>
              </a:defRPr>
            </a:pPr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F172A"/>
                </a:solidFill>
                <a:latin typeface="Arial"/>
              </a:defRPr>
            </a:pPr>
            <a:r>
              <a:t>SPECSENSE | PRODUCT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>
            <a:spLocks noGrp="1"/>
          </p:cNvSpPr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SzPts val="990"/>
              <a:buNone/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1. How does your solution enrich minimal product information?</a:t>
            </a:r>
            <a:endParaRPr sz="1200"/>
          </a:p>
          <a:p>
            <a:pPr>
              <a:spcAft>
                <a:spcPts val="200"/>
              </a:spcAft>
              <a:defRPr sz="1100" b="0" i="1">
                <a:solidFill>
                  <a:srgbClr val="334155"/>
                </a:solidFill>
                <a:latin typeface="Arial"/>
              </a:defRPr>
            </a:pPr>
            <a:r>
              <a:t>Briefly explain how your solution transforms limited inputs (e.g., Part Number, Brand, Short Description) into rich product intelligence.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334155"/>
                </a:solidFill>
                <a:latin typeface="Arial"/>
              </a:defRPr>
            </a:pPr>
            <a:r>
              <a:t>• Answer: SpecSense craws manufacturer web pages and technical sheets using zero-quota multi-engine search (DuckDuckGo/Bing) and local RAG datasets. It extracts rich specifications, category data, and technical attributes from crawled HTML and PDF manuals using Gemini/Groq LLMs.</a:t>
            </a:r>
          </a:p>
          <a:p>
            <a:pPr>
              <a:defRPr sz="1500" b="1" i="0">
                <a:solidFill>
                  <a:srgbClr val="334155"/>
                </a:solidFill>
                <a:latin typeface="Arial"/>
              </a:defRPr>
            </a:pPr>
            <a:r>
              <a:t>2. How does your solution ensure accuracy and trust in the generated product data?</a:t>
            </a:r>
          </a:p>
          <a:p>
            <a:pPr>
              <a:spcAft>
                <a:spcPts val="200"/>
              </a:spcAft>
              <a:defRPr sz="1100" b="0" i="1">
                <a:solidFill>
                  <a:srgbClr val="334155"/>
                </a:solidFill>
                <a:latin typeface="Arial"/>
              </a:defRPr>
            </a:pPr>
            <a:r>
              <a:t>Describe your validation strategy. This may include: (Confidence scoring, Multi-source verification, Human review, Rule-based validation, AI validation, Other approaches)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334155"/>
                </a:solidFill>
                <a:latin typeface="Arial"/>
              </a:defRPr>
            </a:pPr>
            <a:r>
              <a:t>• Answer: Validates data using Multi-Source Consensus verification. Values are only marked high-confidence if two or more sources agree. Hallucinations are prevented by linking a clickable source URL to every single attribute, with low-confidence items routed to a Human Review Dashboard.</a:t>
            </a:r>
          </a:p>
          <a:p>
            <a:pPr>
              <a:defRPr sz="1500" b="1" i="0">
                <a:solidFill>
                  <a:srgbClr val="334155"/>
                </a:solidFill>
                <a:latin typeface="Arial"/>
              </a:defRPr>
            </a:pPr>
            <a:r>
              <a:t>3. What makes your solution scalable for enterprise product catalogs?</a:t>
            </a:r>
          </a:p>
          <a:p>
            <a:pPr>
              <a:spcAft>
                <a:spcPts val="200"/>
              </a:spcAft>
              <a:defRPr sz="1100" b="0" i="1">
                <a:solidFill>
                  <a:srgbClr val="334155"/>
                </a:solidFill>
                <a:latin typeface="Arial"/>
              </a:defRPr>
            </a:pPr>
            <a:r>
              <a:t>Describe how your solution would handle: Large product catalogs, New manufacturers, Different document formats, Continuous product updates</a:t>
            </a:r>
          </a:p>
          <a:p>
            <a:pPr>
              <a:defRPr sz="1200" b="0" i="0">
                <a:solidFill>
                  <a:srgbClr val="334155"/>
                </a:solidFill>
                <a:latin typeface="Arial"/>
              </a:defRPr>
            </a:pPr>
            <a:r>
              <a:t>• Answer: Built with asynchronous, concurrent batch processing APIs (/api/batch) for catalog-scale migrations. Utilizes schema-agnostic extraction (up to 50 parameters per SKU) to support new categories, uses local caching to save API costs, and includes auto model/key rotation for 100% uptime.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172A"/>
                </a:solidFill>
                <a:latin typeface="Arial"/>
              </a:defRPr>
            </a:pPr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F172A"/>
                </a:solidFill>
                <a:latin typeface="Arial"/>
              </a:defRPr>
            </a:pPr>
            <a:r>
              <a:t>SPECSENSE | PRODUCT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Opportunities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400" b="1" i="0">
                <a:solidFill>
                  <a:srgbClr val="334155"/>
                </a:solidFill>
                <a:latin typeface="Arial"/>
              </a:defRPr>
            </a:pPr>
            <a:r>
              <a:t>How different is it from any of the other existing ideas?</a:t>
            </a:r>
          </a:p>
          <a:p>
            <a:pPr>
              <a:spcAft>
                <a:spcPts val="1000"/>
              </a:spcAft>
              <a:defRPr sz="1300" b="0" i="0">
                <a:solidFill>
                  <a:srgbClr val="334155"/>
                </a:solidFill>
                <a:latin typeface="Arial"/>
              </a:defRPr>
            </a:pPr>
            <a:r>
              <a:t>• SpecSense uses dynamic, live queries combined with multi-source consensus validation rather than relying on static, outdated databases or hallucinating LLMs.</a:t>
            </a:r>
          </a:p>
          <a:p>
            <a:pPr>
              <a:defRPr sz="1400" b="1" i="0">
                <a:solidFill>
                  <a:srgbClr val="334155"/>
                </a:solidFill>
                <a:latin typeface="Arial"/>
              </a:defRPr>
            </a:pPr>
            <a:r>
              <a:t>How will it be able to solve the problem statement given?</a:t>
            </a:r>
          </a:p>
          <a:p>
            <a:pPr>
              <a:spcAft>
                <a:spcPts val="1000"/>
              </a:spcAft>
              <a:defRPr sz="1300" b="0" i="0">
                <a:solidFill>
                  <a:srgbClr val="334155"/>
                </a:solidFill>
                <a:latin typeface="Arial"/>
              </a:defRPr>
            </a:pPr>
            <a:r>
              <a:t>• It automates the tedious bottleneck of manual catalog data entry, reducing catalog-ready SKU creation from weeks of labor down to seconds of automated processing.</a:t>
            </a:r>
          </a:p>
          <a:p>
            <a:pPr>
              <a:defRPr sz="1400" b="1" i="0">
                <a:solidFill>
                  <a:srgbClr val="334155"/>
                </a:solidFill>
                <a:latin typeface="Arial"/>
              </a:defRPr>
            </a:pPr>
            <a:r>
              <a:t>USP of the proposed solution</a:t>
            </a:r>
          </a:p>
          <a:p>
            <a:pPr>
              <a:defRPr sz="1300" b="0" i="0">
                <a:solidFill>
                  <a:srgbClr val="334155"/>
                </a:solidFill>
                <a:latin typeface="Arial"/>
              </a:defRPr>
            </a:pPr>
            <a:r>
              <a:t>• Consensus-driven, zero-hallucination product intelligence with click-to-source URL explainability for absolute data trust.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172A"/>
                </a:solidFill>
                <a:latin typeface="Arial"/>
              </a:defRPr>
            </a:pPr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F172A"/>
                </a:solidFill>
                <a:latin typeface="Arial"/>
              </a:defRPr>
            </a:pPr>
            <a:r>
              <a:t>SPECSENSE | PRODUCT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List of features offered by the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5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150" b="1">
                <a:solidFill>
                  <a:srgbClr val="0F172A"/>
                </a:solidFill>
                <a:latin typeface="Arial"/>
              </a:rPr>
              <a:t>•  Zero-Quota Multi-Engine Discovery: </a:t>
            </a:r>
            <a:r>
              <a:rPr sz="1100" b="0">
                <a:solidFill>
                  <a:srgbClr val="475569"/>
                </a:solidFill>
                <a:latin typeface="Arial"/>
              </a:rPr>
              <a:t>RAG-first cache check with automatic fallback to DuckDuckGo Lite &amp; Bing, bypassing search API limits with 100% manufacturer sourcing.</a:t>
            </a:r>
          </a:p>
          <a:p>
            <a:pPr>
              <a:spcAft>
                <a:spcPts val="5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150" b="1">
                <a:solidFill>
                  <a:srgbClr val="0F172A"/>
                </a:solidFill>
                <a:latin typeface="Arial"/>
              </a:rPr>
              <a:t>•  Multi-Source Consensus &amp; Explainability: </a:t>
            </a:r>
            <a:r>
              <a:rPr sz="1100" b="0">
                <a:solidFill>
                  <a:srgbClr val="475569"/>
                </a:solidFill>
                <a:latin typeface="Arial"/>
              </a:rPr>
              <a:t>Extracts specs independently per source; 2+ agreement earns high confidence with direct click-to-source citations for 100% auditability.</a:t>
            </a:r>
          </a:p>
          <a:p>
            <a:pPr>
              <a:spcAft>
                <a:spcPts val="5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t>•  Multi-Length Description Engine: Builds strict multi-length descriptions: Invoice Desc (≤40 chars ALL CAPS), Mobile Desc (60–80 chars), and SEO title formulas.</a:t>
            </a:r>
          </a:p>
          <a:p>
            <a:pPr>
              <a:spcAft>
                <a:spcPts val="5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t>•  Controlled Vocabulary &amp; LOV Normalization: Real-time matching against Master UOM Standards, Approved Brand/Manufacturer list, and Fittings LOV dictionaries.</a:t>
            </a:r>
          </a:p>
          <a:p>
            <a:pPr>
              <a:spcAft>
                <a:spcPts val="5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150" b="1">
                <a:solidFill>
                  <a:srgbClr val="0F172A"/>
                </a:solidFill>
                <a:latin typeface="Arial"/>
              </a:rPr>
              <a:t>•  Decimal-to-Fraction Engine: </a:t>
            </a:r>
            <a:r>
              <a:rPr sz="1100" b="0">
                <a:solidFill>
                  <a:srgbClr val="475569"/>
                </a:solidFill>
                <a:latin typeface="Arial"/>
              </a:rPr>
              <a:t>Converts imperial dimensions (0.5 → 1/2 in, 0.25 → 1/4 in) to match industrial search habits.</a:t>
            </a:r>
          </a:p>
          <a:p>
            <a:pPr>
              <a:spcAft>
                <a:spcPts val="5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150" b="1">
                <a:solidFill>
                  <a:srgbClr val="0F172A"/>
                </a:solidFill>
                <a:latin typeface="Arial"/>
              </a:rPr>
              <a:t>•  Human-in-the-Loop Review Queue: </a:t>
            </a:r>
            <a:r>
              <a:rPr sz="1100" b="0">
                <a:solidFill>
                  <a:srgbClr val="475569"/>
                </a:solidFill>
                <a:latin typeface="Arial"/>
              </a:rPr>
              <a:t>Intuitive split-screen dashboard where editors review and approve low-confidence fields, closing the audit loop.</a:t>
            </a:r>
          </a:p>
          <a:p>
            <a:pPr>
              <a:spcAft>
                <a:spcPts val="5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150" b="1">
                <a:solidFill>
                  <a:srgbClr val="0F172A"/>
                </a:solidFill>
                <a:latin typeface="Arial"/>
              </a:rPr>
              <a:t>•  Catalog-Scale Batching &amp; 252-Col Export: </a:t>
            </a:r>
            <a:r>
              <a:rPr sz="1100" b="0">
                <a:solidFill>
                  <a:srgbClr val="475569"/>
                </a:solidFill>
                <a:latin typeface="Arial"/>
              </a:rPr>
              <a:t>Concurrent multi-SKU processing with one-click export to the exact 252-column Unilog Ground Truth schema.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172A"/>
                </a:solidFill>
                <a:latin typeface="Arial"/>
              </a:defRPr>
            </a:pPr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F172A"/>
                </a:solidFill>
                <a:latin typeface="Arial"/>
              </a:defRPr>
            </a:pPr>
            <a:r>
              <a:t>SPECSENSE | PRODUCT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Process flow diagram or Use-case diagram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8" name="Picture 137" descr="process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0180"/>
            <a:ext cx="8229600" cy="30861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172A"/>
                </a:solidFill>
                <a:latin typeface="Arial"/>
              </a:defRPr>
            </a:pPr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F172A"/>
                </a:solidFill>
                <a:latin typeface="Arial"/>
              </a:defRPr>
            </a:pPr>
            <a:r>
              <a:t>SPECSENSE | PRODUCT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Wireframes/Mock diagrams of the proposed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4" name="Picture_Wireframe_8" descr="slide_8_wire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35608"/>
            <a:ext cx="8229600" cy="3154680"/>
          </a:xfrm>
          <a:prstGeom prst="rect">
            <a:avLst/>
          </a:prstGeom>
        </p:spPr>
      </p:pic>
      <p:sp>
        <p:nvSpPr>
          <p:cNvPr id="145" name="Rectangle 14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172A"/>
                </a:solidFill>
                <a:latin typeface="Arial"/>
              </a:defRPr>
            </a:pPr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F172A"/>
                </a:solidFill>
                <a:latin typeface="Arial"/>
              </a:defRPr>
            </a:pPr>
            <a:r>
              <a:t>SPECSENSE | PRODUCT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Architecture diagram of the proposed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0" name="Picture 149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0180"/>
            <a:ext cx="8229600" cy="3188970"/>
          </a:xfrm>
          <a:prstGeom prst="rect">
            <a:avLst/>
          </a:prstGeom>
        </p:spPr>
      </p:pic>
      <p:sp>
        <p:nvSpPr>
          <p:cNvPr id="151" name="Rectangle 15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172A"/>
                </a:solidFill>
                <a:latin typeface="Arial"/>
              </a:defRPr>
            </a:pPr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F172A"/>
                </a:solidFill>
                <a:latin typeface="Arial"/>
              </a:defRPr>
            </a:pPr>
            <a:r>
              <a:t>SPECSENSE | PRODUCT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Technologies used in the solution</a:t>
            </a:r>
            <a:endParaRPr sz="12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6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1E293B"/>
                </a:solidFill>
                <a:latin typeface="Arial"/>
              </a:rPr>
              <a:t>• Core Backend Framework: </a:t>
            </a:r>
            <a:r>
              <a:rPr sz="1200" b="0">
                <a:latin typeface="Arial"/>
              </a:rPr>
              <a:t>FastAPI, Uvicorn, Python 3.11</a:t>
            </a:r>
          </a:p>
          <a:p>
            <a:pPr>
              <a:spcAft>
                <a:spcPts val="6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1E293B"/>
                </a:solidFill>
                <a:latin typeface="Arial"/>
              </a:rPr>
              <a:t>• Frontend UI Client: </a:t>
            </a:r>
            <a:r>
              <a:rPr sz="1200" b="0">
                <a:latin typeface="Arial"/>
              </a:rPr>
              <a:t>Vanilla HTML5, Vanilla CSS3 (Custom Responsive Grid), JavaScript (ES6)</a:t>
            </a:r>
          </a:p>
          <a:p>
            <a:pPr>
              <a:spcAft>
                <a:spcPts val="6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1E293B"/>
                </a:solidFill>
                <a:latin typeface="Arial"/>
              </a:rPr>
              <a:t>• Large Language Models: </a:t>
            </a:r>
            <a:r>
              <a:rPr sz="1200" b="0">
                <a:latin typeface="Arial"/>
              </a:rPr>
              <a:t>Google Gemini 2.5 Flash, Groq Cloud (Qwen 3.6 27B / GPT-OSS 120B)</a:t>
            </a:r>
          </a:p>
          <a:p>
            <a:pPr>
              <a:spcAft>
                <a:spcPts val="6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t>• Search &amp; Web Discovery: DuckDuckGo Lite &amp; Bing (Zero-Quota, Unlimited), BeautifulSoup4, HTTPX</a:t>
            </a:r>
          </a:p>
          <a:p>
            <a:pPr>
              <a:spcAft>
                <a:spcPts val="6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1E293B"/>
                </a:solidFill>
                <a:latin typeface="Arial"/>
              </a:rPr>
              <a:t>• RAG Store &amp; Search: </a:t>
            </a:r>
            <a:r>
              <a:rPr sz="1200" b="0">
                <a:latin typeface="Arial"/>
              </a:rPr>
              <a:t>TF-IDF Local Keyword Matching Engine</a:t>
            </a:r>
          </a:p>
          <a:p>
            <a:pPr>
              <a:spcAft>
                <a:spcPts val="6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1E293B"/>
                </a:solidFill>
                <a:latin typeface="Arial"/>
              </a:rPr>
              <a:t>• Reference Data standardizing: </a:t>
            </a:r>
            <a:r>
              <a:rPr sz="1200" b="0">
                <a:latin typeface="Arial"/>
              </a:rPr>
              <a:t>Controlled Vocabulary csv parsing (Brands, UOMs, Fittings)</a:t>
            </a:r>
          </a:p>
          <a:p>
            <a:pPr>
              <a:spcAft>
                <a:spcPts val="6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1E293B"/>
                </a:solidFill>
                <a:latin typeface="Arial"/>
              </a:rPr>
              <a:t>• Deployment &amp; Hosting: </a:t>
            </a:r>
            <a:r>
              <a:rPr sz="1200" b="0">
                <a:latin typeface="Arial"/>
              </a:rPr>
              <a:t>Render.com Web Services (Auto-deploy via Git commits)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• Storage &amp; Cache Layer: Persistent SQLite Engine with 0ms cache hits, review queue audit log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172A"/>
                </a:solidFill>
                <a:latin typeface="Arial"/>
              </a:defRPr>
            </a:pPr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F172A"/>
                </a:solidFill>
                <a:latin typeface="Arial"/>
              </a:defRPr>
            </a:pPr>
            <a:r>
              <a:t>SPECSENSE | PRODUCT INTELLIGENCE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Estimated implementation cost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7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</a:rPr>
              <a:t>•  Search &amp; Web Discovery ($0.00): </a:t>
            </a:r>
            <a:r>
              <a:rPr sz="1150" b="0">
                <a:solidFill>
                  <a:srgbClr val="475569"/>
                </a:solidFill>
                <a:latin typeface="Arial"/>
              </a:rPr>
              <a:t>DuckDuckGo Lite &amp; Bing headless scraping eliminates expensive search APIs (saving $50–$250/mo in SerpAPI fees) with unlimited zero-quota scaling.</a:t>
            </a:r>
          </a:p>
          <a:p>
            <a:pPr>
              <a:spcAft>
                <a:spcPts val="7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</a:rPr>
              <a:t>•  Multi-Model AI Inference ($0.00): </a:t>
            </a:r>
            <a:r>
              <a:rPr sz="1150" b="0">
                <a:solidFill>
                  <a:srgbClr val="475569"/>
                </a:solidFill>
                <a:latin typeface="Arial"/>
              </a:rPr>
              <a:t>Google Gemini 2.5 Flash Free Tier with automatic fallback to Groq Developer Cloud (Qwen 3.6 27B / LLaMA 3.3) for 100% uptime at zero API cost.</a:t>
            </a:r>
          </a:p>
          <a:p>
            <a:pPr>
              <a:spcAft>
                <a:spcPts val="7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</a:rPr>
              <a:t>•  Persistent SQLite Storage ($0.00): </a:t>
            </a:r>
            <a:r>
              <a:rPr sz="1150" b="0">
                <a:solidFill>
                  <a:srgbClr val="475569"/>
                </a:solidFill>
                <a:latin typeface="Arial"/>
              </a:rPr>
              <a:t>Local disk SQLite cache stores enriched SKUs, query results, and review audit logs with 0ms retrieval and zero database hosting fees.</a:t>
            </a:r>
          </a:p>
          <a:p>
            <a:pPr>
              <a:spcAft>
                <a:spcPts val="7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</a:rPr>
              <a:t>•  Cloud Application Hosting ($0.00): </a:t>
            </a:r>
            <a:r>
              <a:rPr sz="1150" b="0">
                <a:solidFill>
                  <a:srgbClr val="475569"/>
                </a:solidFill>
                <a:latin typeface="Arial"/>
              </a:rPr>
              <a:t>Deployed on Render.com's Free Web Service tier (FastAPI backend + lightweight vanilla HTML/CSS/JS frontend).</a:t>
            </a:r>
          </a:p>
          <a:p>
            <a:pPr>
              <a:spcAft>
                <a:spcPts val="7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</a:rPr>
              <a:t>•  Enterprise Distributor ROI: </a:t>
            </a:r>
            <a:r>
              <a:rPr sz="1150" b="0">
                <a:solidFill>
                  <a:srgbClr val="475569"/>
                </a:solidFill>
                <a:latin typeface="Arial"/>
              </a:rPr>
              <a:t>Benchmarked against $15.00/SKU and 18 minutes manual entry labor; automating a 10,000-SKU catalog saves ~$150,000 and 3,000 engineering hours.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172A"/>
                </a:solidFill>
                <a:latin typeface="Arial"/>
              </a:defRPr>
            </a:pPr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F172A"/>
                </a:solidFill>
                <a:latin typeface="Arial"/>
              </a:defRPr>
            </a:pPr>
            <a:r>
              <a:t>SPECSENSE | PRODUCT INTELLIGENCE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0F172A"/>
                </a:solidFill>
                <a:latin typeface="Arial"/>
              </a:defRPr>
            </a:pPr>
            <a: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8" name="Picture_MVP_12" descr="slide_12_mvp_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35608"/>
            <a:ext cx="8229600" cy="3154680"/>
          </a:xfrm>
          <a:prstGeom prst="rect">
            <a:avLst/>
          </a:prstGeom>
        </p:spPr>
      </p:pic>
      <p:sp>
        <p:nvSpPr>
          <p:cNvPr id="169" name="Rectangle 16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172A"/>
                </a:solidFill>
                <a:latin typeface="Arial"/>
              </a:defRPr>
            </a:pPr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F172A"/>
                </a:solidFill>
                <a:latin typeface="Arial"/>
              </a:defRPr>
            </a:pPr>
            <a:r>
              <a:t>SPECSENSE | PRODUCT INTELLIGENCE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Additional Details/Future Development (if any)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8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</a:rPr>
              <a:t>•  Native PIM / ERP Connectors: </a:t>
            </a:r>
            <a:r>
              <a:rPr sz="1150" b="0">
                <a:solidFill>
                  <a:srgbClr val="475569"/>
                </a:solidFill>
                <a:latin typeface="Arial"/>
              </a:rPr>
              <a:t>Direct bi-directional API synchronization with enterprise catalog systems including SAP Commerce Cloud, Akeneo, and EnterWorks.</a:t>
            </a:r>
          </a:p>
          <a:p>
            <a:pPr>
              <a:spcAft>
                <a:spcPts val="8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</a:rPr>
              <a:t>•  Multi-Modal CAD &amp; Technical Drawing Parsing: </a:t>
            </a:r>
            <a:r>
              <a:rPr sz="1150" b="0">
                <a:solidFill>
                  <a:srgbClr val="475569"/>
                </a:solidFill>
                <a:latin typeface="Arial"/>
              </a:rPr>
              <a:t>Incorporating vision LLMs to extract dimension tables directly from engineering PDF blueprints and packaging labels.</a:t>
            </a:r>
          </a:p>
          <a:p>
            <a:pPr>
              <a:spcAft>
                <a:spcPts val="8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</a:rPr>
              <a:t>•  Autonomous Vocabulary Expansion: </a:t>
            </a:r>
            <a:r>
              <a:rPr sz="1150" b="0">
                <a:solidFill>
                  <a:srgbClr val="475569"/>
                </a:solidFill>
                <a:latin typeface="Arial"/>
              </a:rPr>
              <a:t>Automated learning loop where approved human review edits continuously train classification and brand alias models.</a:t>
            </a:r>
          </a:p>
          <a:p>
            <a:pPr>
              <a:spcAft>
                <a:spcPts val="8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</a:rPr>
              <a:t>•  High-Throughput Distributed Cluster: </a:t>
            </a:r>
            <a:r>
              <a:rPr sz="1150" b="0">
                <a:solidFill>
                  <a:srgbClr val="475569"/>
                </a:solidFill>
                <a:latin typeface="Arial"/>
              </a:rPr>
              <a:t>Migrating batch workers to Celery/Redis queue for enterprise-scale processing of 500,000+ SKU catalog migrations.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172A"/>
                </a:solidFill>
                <a:latin typeface="Arial"/>
              </a:defRPr>
            </a:pPr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F172A"/>
                </a:solidFill>
                <a:latin typeface="Arial"/>
              </a:defRPr>
            </a:pPr>
            <a:r>
              <a:t>SPECSENSE | PRODUCT INTELLIGENCE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0F172A"/>
                </a:solidFill>
                <a:latin typeface="Arial"/>
              </a:defRPr>
            </a:pPr>
            <a:r>
              <a:rPr dirty="0"/>
              <a:t>Provide links to your: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9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dirty="0"/>
              <a:t>•  GitHub Public Repository: https://github.com/srivardhxn/Specsense</a:t>
            </a:r>
          </a:p>
          <a:p>
            <a:pPr>
              <a:spcAft>
                <a:spcPts val="9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300" b="1" dirty="0">
                <a:solidFill>
                  <a:srgbClr val="0F172A"/>
                </a:solidFill>
                <a:latin typeface="Arial"/>
              </a:rPr>
              <a:t>•  Working Web Prototype: </a:t>
            </a:r>
            <a:r>
              <a:rPr sz="1300" b="0" dirty="0">
                <a:solidFill>
                  <a:srgbClr val="2563EB"/>
                </a:solidFill>
                <a:latin typeface="Arial"/>
              </a:rPr>
              <a:t>http://localhost:8000 (</a:t>
            </a:r>
            <a:r>
              <a:rPr sz="1300" b="0" dirty="0" err="1">
                <a:solidFill>
                  <a:srgbClr val="2563EB"/>
                </a:solidFill>
                <a:latin typeface="Arial"/>
              </a:rPr>
              <a:t>FastAPI</a:t>
            </a:r>
            <a:r>
              <a:rPr sz="1300" b="0" dirty="0">
                <a:solidFill>
                  <a:srgbClr val="2563EB"/>
                </a:solidFill>
                <a:latin typeface="Arial"/>
              </a:rPr>
              <a:t> + Modern Web Client)</a:t>
            </a:r>
          </a:p>
          <a:p>
            <a:pPr>
              <a:spcAft>
                <a:spcPts val="900"/>
              </a:spcAft>
              <a:defRPr>
                <a:solidFill>
                  <a:srgbClr val="334155"/>
                </a:solidFill>
                <a:latin typeface="Arial"/>
              </a:defRPr>
            </a:pPr>
            <a:r>
              <a:rPr sz="1300" b="1" dirty="0">
                <a:solidFill>
                  <a:srgbClr val="0F172A"/>
                </a:solidFill>
                <a:latin typeface="Arial"/>
              </a:rPr>
              <a:t>•  Interactive API Docs (Swagger): </a:t>
            </a:r>
            <a:r>
              <a:rPr sz="1300" b="0" dirty="0">
                <a:solidFill>
                  <a:srgbClr val="2563EB"/>
                </a:solidFill>
                <a:latin typeface="Arial"/>
              </a:rPr>
              <a:t>http://localhost:8000/docs (</a:t>
            </a:r>
            <a:r>
              <a:rPr sz="1300" b="0" dirty="0" err="1">
                <a:solidFill>
                  <a:srgbClr val="2563EB"/>
                </a:solidFill>
                <a:latin typeface="Arial"/>
              </a:rPr>
              <a:t>OpenAPI</a:t>
            </a:r>
            <a:r>
              <a:rPr sz="1300" b="0" dirty="0">
                <a:solidFill>
                  <a:srgbClr val="2563EB"/>
                </a:solidFill>
                <a:latin typeface="Arial"/>
              </a:rPr>
              <a:t> 3.0)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172A"/>
                </a:solidFill>
                <a:latin typeface="Arial"/>
              </a:defRPr>
            </a:pPr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F172A"/>
                </a:solidFill>
                <a:latin typeface="Arial"/>
              </a:defRPr>
            </a:pPr>
            <a:r>
              <a:t>SPECSENSE | PRODUCT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1435</Words>
  <Application>Microsoft Office PowerPoint</Application>
  <PresentationFormat>On-screen Show (16:9)</PresentationFormat>
  <Paragraphs>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Google Sans</vt:lpstr>
      <vt:lpstr>Simple Light</vt:lpstr>
      <vt:lpstr>Simple Light</vt:lpstr>
      <vt:lpstr>PowerPoint Presentation</vt:lpstr>
      <vt:lpstr>PowerPoint Presentation</vt:lpstr>
      <vt:lpstr>PowerPoint Presentation</vt:lpstr>
      <vt:lpstr>1. How does your solution enrich minimal product information? Briefly explain how your solution transforms limited inputs (e.g., Part Number, Brand, Short Description) into rich product intelligence. • Answer: SpecSense craws manufacturer web pages and technical sheets using zero-quota multi-engine search (DuckDuckGo/Bing) and local RAG datasets. It extracts rich specifications, category data, and technical attributes from crawled HTML and PDF manuals using Gemini/Groq LLMs. 2. How does your solution ensure accuracy and trust in the generated product data? Describe your validation strategy. This may include: (Confidence scoring, Multi-source verification, Human review, Rule-based validation, AI validation, Other approaches) • Answer: Validates data using Multi-Source Consensus verification. Values are only marked high-confidence if two or more sources agree. Hallucinations are prevented by linking a clickable source URL to every single attribute, with low-confidence items routed to a Human Review Dashboard. 3. What makes your solution scalable for enterprise product catalogs? Describe how your solution would handle: Large product catalogs, New manufacturers, Different document formats, Continuous product updates • Answer: Built with asynchronous, concurrent batch processing APIs (/api/batch) for catalog-scale migrations. Utilizes schema-agnostic extraction (up to 50 parameters per SKU) to support new categories, uses local caching to save API costs, and includes auto model/key rotation for 100% uptime.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Sri vardhan Kosuru</cp:lastModifiedBy>
  <cp:revision>1</cp:revision>
  <dcterms:modified xsi:type="dcterms:W3CDTF">2026-09-08T18:32:36Z</dcterms:modified>
</cp:coreProperties>
</file>